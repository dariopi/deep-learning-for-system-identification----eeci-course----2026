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6366" r:id="rId2"/>
  </p:sldIdLst>
  <p:sldSz cx="12192000" cy="6858000"/>
  <p:notesSz cx="6858000" cy="9144000"/>
  <p:defaultTextStyle>
    <a:defPPr>
      <a:defRPr lang="it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D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622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200" y="5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CH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D4630A-6D3B-4C97-A7DC-509EB0048625}" type="datetimeFigureOut">
              <a:rPr lang="it-CH" smtClean="0"/>
              <a:t>14.06.26</a:t>
            </a:fld>
            <a:endParaRPr lang="it-CH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CH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CH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8AB120-BC75-4CF8-A646-8F594D18F614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974353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402C0-1999-BB3A-8CB0-1D6BA1F9C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3B7A043-BAB7-C02A-7F5F-25FD2A8C0D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658F1CE-72AC-9CA3-B507-4A13D725B9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CH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A1C3043-8C15-E462-4BD4-F566BC46E3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6F0FA-31D0-AB4D-9BAD-FF9E467B93C7}" type="slidenum">
              <a:rPr lang="it-CH" smtClean="0"/>
              <a:t>1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351282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20B484-5030-D323-3799-18FA1EE76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9F607B8-D98E-2C2D-FD15-3E6921D6C4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E2C49ED-4AE3-3ABD-9CB8-D661A6030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14.06.26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A1FB008-ACE7-DA06-5DBF-8A8094406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4AAF54B-A0BB-172F-FFB5-76E038F2E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906596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BACD8D2-7F26-51BF-53AF-D314B772D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49697EA-A1D6-343E-9013-5B20BA7D3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FDD92C8-9503-541F-ED04-2CBCA5849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14.06.26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F1CF8E1-BCD7-AE00-D4F0-9AA876441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439E997-E27F-22A4-BDE8-0BB5D3C27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40859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54FAE7E-1311-376E-12CD-43708CB8A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E359590-B5DF-055B-0A41-C61323F45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388A398-9D7E-9161-4789-27E7A86BF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14.06.26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585AF01-354D-58B0-9B55-512AC0026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C12635B-81C4-B102-DBA3-C627FFC62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192156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870519-A0B9-6161-B990-85EC53198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CB62B06-CA6D-DC89-D3F1-D9B689A872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7332277-1682-7AB1-A155-EDC31B592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D850E56-92AA-D52D-F08C-A8212F630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14.06.26</a:t>
            </a:fld>
            <a:endParaRPr lang="it-CH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0651B1D-DEE6-2B35-D94D-6787C83C5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76BE208-B222-0984-247E-D53A9CAA0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26025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022027-0EF9-C671-52E4-20557A58B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3709EF0-8438-0DD6-4124-A0C50878A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062E512-0261-B21F-CA8C-50BFD0EE5E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15CA723-7328-CED3-9475-D68C9B081D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93D6203-BBF9-A08E-5229-DDA0B85CC9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96AB44D-1F20-9C96-5CE3-46DAE87EC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14.06.26</a:t>
            </a:fld>
            <a:endParaRPr lang="it-CH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5717CC5-EA27-DB3F-85C8-040F7257A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A362AB5-378D-93CE-A14E-5E59B0693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57275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016366-24B4-9045-8CE8-113CADB61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BC3538B-67EB-9087-DD95-7501248C2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14.06.26</a:t>
            </a:fld>
            <a:endParaRPr lang="it-CH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4C76070-7C60-65D3-D778-2479CEEB0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E783E5A-A005-449B-90F2-109BB45AA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751788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D20BC331-97F2-ACC1-F23C-CE6007665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14.06.26</a:t>
            </a:fld>
            <a:endParaRPr lang="it-CH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AA7527E-8A6D-DD64-3A80-16335E8A9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BF6F9BA-1DD3-EF35-4CAD-85C079998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014587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03D1C2-D40E-A5DB-586A-DFFEE4847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31EA32E-BC47-511D-F5A7-5DD04E98D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61C5C7E-DB9D-421C-13B1-569C5AD58A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CE291CC-2352-B728-EB3C-9C627413F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14.06.26</a:t>
            </a:fld>
            <a:endParaRPr lang="it-CH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21A0E64-AAB1-7067-F142-10B0F0DF7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B1FE456-524C-82F1-8545-CCB6E36F0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75648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CE44FD-2718-23AC-43E0-EDF4F4C08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CA2A1BE1-0B89-72BD-F44E-D30DFFCFBA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CH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FF456F9-4757-5831-A5B0-1E5FE5963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1FFAA7E-1BAE-3D49-3080-0B6CEEC64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14.06.26</a:t>
            </a:fld>
            <a:endParaRPr lang="it-CH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7C37025-82BA-C9E7-BCDF-672A98665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542D7A8-1672-AE15-148C-054E202A1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376213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96D4D1-9A0B-C3B1-D44B-D74E4DD12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B1BC625-60FE-6F53-1450-E2EED6AD67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2B5FECE-4E78-A0B1-37BD-E54E1FB64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14.06.26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51C8BB3-DB20-7A61-02FF-03A580D02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0F7CA1F-E5A8-366B-4E60-D41A202A3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504809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014F5905-E42A-0078-807D-D1FDD330B8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9508D6-F0FC-F070-F9E6-8FE91B7D48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867D89D-2FB3-B467-D1BA-F5A1775B1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47C38-CC24-4E9D-9FE1-BE5105214113}" type="datetimeFigureOut">
              <a:rPr lang="it-CH" smtClean="0"/>
              <a:t>14.06.26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60D6AAE-9366-A499-CBA6-7CFCF7249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A1487E1-D98D-28A9-E619-564484C7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99F6-FA2F-462D-8D42-99659AEDDEA3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4051392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D291D90-F333-1EC7-570B-03EC023CD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598149F-EF5F-F06A-84E3-2189368E5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A4A68CE-624B-7CC1-9580-0547409D34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147C38-CC24-4E9D-9FE1-BE5105214113}" type="datetimeFigureOut">
              <a:rPr lang="it-CH" smtClean="0"/>
              <a:t>14.06.26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6F897E9-F9F4-5B60-DEF7-EE25EBCFC2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2B8217B-F0E3-B9EE-4F9B-60C6D674E6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FB99F6-FA2F-462D-8D42-99659AEDDEA3}" type="slidenum">
              <a:rPr lang="it-CH" smtClean="0"/>
              <a:t>‹#›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648298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conferences.ifac-control.org/sysid2027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D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7DB652-7595-B799-5873-25401DBB8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3A03B42E-59B0-DB35-9E58-BDC6A4EE9E86}"/>
              </a:ext>
            </a:extLst>
          </p:cNvPr>
          <p:cNvCxnSpPr/>
          <p:nvPr/>
        </p:nvCxnSpPr>
        <p:spPr>
          <a:xfrm flipV="1">
            <a:off x="0" y="6610350"/>
            <a:ext cx="12192000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EE94F8E9-3DA2-CC83-4E89-0AEAFC9EFA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036424" cy="233290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800F1C4-1F2A-5978-D0C3-C48C185F3B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7812" y="44824"/>
            <a:ext cx="3254187" cy="239559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1BCB797-85E4-CB38-94A7-BA4BC2E06A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314307"/>
            <a:ext cx="3092824" cy="227680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AA0A62E-65B3-9D0B-0446-79421770238C}"/>
              </a:ext>
            </a:extLst>
          </p:cNvPr>
          <p:cNvSpPr txBox="1"/>
          <p:nvPr/>
        </p:nvSpPr>
        <p:spPr>
          <a:xfrm>
            <a:off x="-1" y="4741004"/>
            <a:ext cx="5728447" cy="1869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400" b="1" dirty="0"/>
              <a:t>Recent topics in system identification: learning models for decision and control </a:t>
            </a:r>
          </a:p>
          <a:p>
            <a:r>
              <a:rPr lang="en-CH" sz="1400" b="1" dirty="0"/>
              <a:t>- Special Issue from IFAC SYSID 2027</a:t>
            </a:r>
            <a:endParaRPr lang="en-CH" sz="1400" dirty="0"/>
          </a:p>
          <a:p>
            <a:r>
              <a:rPr lang="en-CH" sz="1400" dirty="0"/>
              <a:t>Submission deadline: </a:t>
            </a:r>
            <a:r>
              <a:rPr lang="en-CH" sz="1400" b="1" dirty="0"/>
              <a:t>01 October 2026</a:t>
            </a:r>
            <a:endParaRPr lang="en-CH" sz="1400" dirty="0"/>
          </a:p>
          <a:p>
            <a:r>
              <a:rPr lang="en-CH" sz="1400" dirty="0"/>
              <a:t>This special issue highlights leading papers from the IFAC SYSID 2027 Symposium</a:t>
            </a:r>
          </a:p>
          <a:p>
            <a:endParaRPr lang="en-CH" sz="1400" dirty="0"/>
          </a:p>
          <a:p>
            <a:r>
              <a:rPr lang="en-CH" sz="1400" dirty="0"/>
              <a:t>Executive guest editor: </a:t>
            </a:r>
            <a:r>
              <a:rPr lang="en-CH" sz="1400" b="1" dirty="0"/>
              <a:t>Dario Piga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4C418C2-CA5B-E8C6-90DF-CF84332A52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8053" y="4741004"/>
            <a:ext cx="6136744" cy="186934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07B3EEB-7537-BE31-C845-48C4438C7870}"/>
              </a:ext>
            </a:extLst>
          </p:cNvPr>
          <p:cNvSpPr txBox="1"/>
          <p:nvPr/>
        </p:nvSpPr>
        <p:spPr>
          <a:xfrm>
            <a:off x="3460375" y="2643621"/>
            <a:ext cx="70372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Submission site already open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More info: </a:t>
            </a:r>
            <a:r>
              <a:rPr lang="en-GB" dirty="0">
                <a:hlinkClick r:id="rId7"/>
              </a:rPr>
              <a:t>https://</a:t>
            </a:r>
            <a:r>
              <a:rPr lang="en-GB" dirty="0" err="1">
                <a:hlinkClick r:id="rId7"/>
              </a:rPr>
              <a:t>conferences.ifac-control.org</a:t>
            </a:r>
            <a:r>
              <a:rPr lang="en-GB" dirty="0">
                <a:hlinkClick r:id="rId7"/>
              </a:rPr>
              <a:t>/sysid2027/</a:t>
            </a:r>
            <a:r>
              <a:rPr lang="en-CH" dirty="0">
                <a:hlinkClick r:id="rId7"/>
              </a:rPr>
              <a:t> 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315273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F75AAA1-D2E2-453C-A388-58A9D8AFAE22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fe09453d-55a5-4e93-b3d9-fab7daacc05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31</TotalTime>
  <Words>61</Words>
  <Application>Microsoft Macintosh PowerPoint</Application>
  <PresentationFormat>Widescreen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di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Piga Dario</dc:creator>
  <cp:lastModifiedBy>Forgione Marco</cp:lastModifiedBy>
  <cp:revision>825</cp:revision>
  <dcterms:created xsi:type="dcterms:W3CDTF">2023-03-08T09:24:31Z</dcterms:created>
  <dcterms:modified xsi:type="dcterms:W3CDTF">2026-06-14T14:04:42Z</dcterms:modified>
</cp:coreProperties>
</file>